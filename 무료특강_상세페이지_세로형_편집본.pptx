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777240"/>
            <a:ext cx="438912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0CE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777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· 웰니스 전문가를 위한 무료특강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당신의 실력을</a:t>
            </a:r>
            <a:endParaRPr lang="en-US" sz="3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세상이 </a:t>
            </a:r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알아보게</a:t>
            </a:r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하는 법,</a:t>
            </a:r>
            <a:endParaRPr lang="en-US" sz="3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한 번의 특강에</a:t>
            </a:r>
            <a:pPr algn="ctr" indent="0" marL="0">
              <a:lnSpc>
                <a:spcPct val="115000"/>
              </a:lnSpc>
              <a:buNone/>
            </a:pPr>
            <a:endParaRPr lang="en-US" sz="3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담았습니다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명상·상담·코칭·요가… 사람을 변화시키는 좋은 일을 하고 계신 당신께.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브랜딩과 콘텐츠의 핵심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을, 아끼지 않고 무료로 공개합니다.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D1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</a:t>
            </a:r>
            <a:pPr algn="ctr" indent="0" marL="0">
              <a:buNone/>
            </a:pPr>
            <a:r>
              <a:rPr lang="en-US" sz="1600" b="1" dirty="0">
                <a:solidFill>
                  <a:srgbClr val="F8F5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무료 · 온라인 라이브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65960" y="722376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E7B84D"/>
          </a:solidFill>
          <a:ln/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7223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A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신청하기  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81838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C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신청자에게만 참여 링크를 보내드립니다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마음, 익숙하신가요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수업은 좋은데,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나를 아는 사람이 없습니다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만족도는 높은데, 새 기수 모집은 늘 처음부터 어렵다.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661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SNS를 해야 한다는 건 아는데, 무엇부터 어떻게 할지 막막하다.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6177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중요하다지만, 내 일에 어떻게 써야 할지 감이 오지 않는다.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6692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이름을 검색해도, 나오는 것이 거의 없다.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672084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6720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좋아하는 일을 하면서, 마음도 살림도 편안해지고 싶다.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79095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고개가 끄덕여졌다면, 이 시간은 당신을 위한 자리입니다.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576072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사실, 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실력이 아닙니다.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당신은 이미 충분한 전문성을 가지고 있습니다.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명상을 지도하고, 사람의 변화를 돕고,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누군가의 삶을 조용히 바꾸고 있습니다.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그런데도 왜, 사람들은 당신을 모를까요?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이유는 단 하나.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당신을 </a:t>
            </a:r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발견할 길</a:t>
            </a:r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만들어지지 않았기 때문입니다.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576072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분들이 브랜드를 오해합니다.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예쁜 로고가 아닙니다.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멋진 홈페이지도, 팔로워 숫자도 아닙니다.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브랜드란,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사람들이 </a:t>
            </a:r>
            <a:pPr algn="ctr" indent="0" marL="0">
              <a:lnSpc>
                <a:spcPct val="145000"/>
              </a:lnSpc>
              <a:buNone/>
            </a:pPr>
            <a:r>
              <a:rPr lang="en-US" sz="2600" b="1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당신을 신뢰하는 이유</a:t>
            </a:r>
            <a:pPr algn="ctr" indent="0" marL="0">
              <a:lnSpc>
                <a:spcPct val="145000"/>
              </a:lnSpc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사람들은 가장 잘 가르치는 사람이 아니라,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떠오르는 사람</a:t>
            </a:r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선택합니다.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그 신뢰는, 콘텐츠를 통해 조금씩 쌓입니다.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바꾼 것, 바꾸지 못한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760720" cy="822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웰니스 전문가를 대체할까요?  </a:t>
            </a:r>
            <a:pPr algn="ctr"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사람의 마음을 공감하지 못합니다.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진심 어린 상담도, 깊은 명상도,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삶을 바꾸는 코칭도 대신할 수 없습니다.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다만, AI를 </a:t>
            </a:r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활용하는</a:t>
            </a:r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전문가는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그렇지 않은 전문가보다 훨씬 빠르게 알려집니다.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예전엔 광고비도, 직원도, 마케팅팀도 필요했습니다.</a:t>
            </a:r>
            <a:endParaRPr lang="en-US" sz="1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AI와 올바른 순서만 있으면, 혼자서도 충분히 해낼 수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특강에서 아낌없이 드립니다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전문가가 꼭 알아야 할 핵심,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다 풀어드립니다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760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발견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검색되는 전문가가 되는 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실력 있는 강사가 왜 온라인에선 존재감이 없는지, 어떻게 내 이름이 검색에 잡히는지 그 구조를 알려드립니다.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760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636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정체성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브랜드 정체성 설계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45896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남을 따라 하지 않아도 되는, 나의 철학과 강점에서 출발하는 브랜드 메시지를 잡는 법.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5760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6601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AI 활용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6949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나만의 콘텐츠 비서로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742492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글감을 찾고, 블로그 글 하나를 인스타·스레드까지 확장하는 실전 프롬프트와 자동화의 기본기.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8366760"/>
            <a:ext cx="5760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85679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연결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8915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신뢰가 고객으로 이어지는 흐름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939088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콘텐츠가 상담·클래스 신청으로 자연스럽게 이어지는 그 동선을 설계하는 법.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10424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감추고 아끼는 특강이 아닙니다. </a:t>
            </a:r>
            <a:pPr algn="ctr" indent="0" marL="0">
              <a:buNone/>
            </a:pPr>
            <a:r>
              <a:rPr lang="en-US" sz="155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정말 필요한 것을, 이 자리에서 다 드립니다.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보는 전체 그림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실력이 알려지고,</a:t>
            </a:r>
            <a:endParaRPr lang="en-US" sz="2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모이는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234440" y="3017520"/>
            <a:ext cx="4389120" cy="777240"/>
          </a:xfrm>
          <a:prstGeom prst="roundRect">
            <a:avLst>
              <a:gd name="adj" fmla="val 14118"/>
            </a:avLst>
          </a:prstGeom>
          <a:solidFill>
            <a:srgbClr val="3A2560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3017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34440" y="4251960"/>
            <a:ext cx="4389120" cy="777240"/>
          </a:xfrm>
          <a:prstGeom prst="roundRect">
            <a:avLst>
              <a:gd name="adj" fmla="val 14118"/>
            </a:avLst>
          </a:prstGeom>
          <a:solidFill>
            <a:srgbClr val="3A2560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42519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 — 나를 한 문장으로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5029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34440" y="5486400"/>
            <a:ext cx="4389120" cy="777240"/>
          </a:xfrm>
          <a:prstGeom prst="roundRect">
            <a:avLst>
              <a:gd name="adj" fmla="val 14118"/>
            </a:avLst>
          </a:prstGeom>
          <a:solidFill>
            <a:srgbClr val="3A2560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54864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— AI로 꾸준하게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6263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34440" y="6720840"/>
            <a:ext cx="4389120" cy="777240"/>
          </a:xfrm>
          <a:prstGeom prst="roundRect">
            <a:avLst>
              <a:gd name="adj" fmla="val 14118"/>
            </a:avLst>
          </a:prstGeom>
          <a:solidFill>
            <a:srgbClr val="3A2560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6720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— 검색되고 기억되고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7498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7955280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E7B84D"/>
          </a:solidFill>
          <a:ln/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34440" y="7955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A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먼저 찾아옵니다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90525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분들이 ‘콘텐츠’에서 멈춥니다.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특강에서는 그다음, 실제로 사람이 모이는 지점까지 이어 드립니다.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무료특강에서 공개하는 내용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90분, 이렇게 채워집니다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76072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42032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4E2E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4203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시대, 선택받는 웰니스 전문가의 조건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실력파 강사가 온라인에서는 존재감이 없을까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검색되고 기억되는 브랜드 정체성 설계법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576072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5102352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4E2E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1023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68756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맞춤형 AI 콘텐츠 활용법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6400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‘나만의 마케팅 비서’로 세팅하는 프롬프트 구조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 글 하나로 인스타·스레드까지 확장하는 원소스 전략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7406640"/>
            <a:ext cx="576072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7662672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4E2E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766267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824788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스스로 찾아오게 만드는 신뢰의 구조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8961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콘텐츠가 상담·클래스 신청으로 이어지는 흐름 설계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✓"/>
            </a:pPr>
            <a:r>
              <a:rPr lang="en-US" sz="14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SNS 마케팅과 웰니스 마케팅은 무엇이 다른가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현장에서 뛰고 있으면서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웰니스 세계를 깊이 이해하는 사람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760720" cy="93268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1188720" cy="1188720"/>
          </a:xfrm>
          <a:prstGeom prst="ellipse">
            <a:avLst/>
          </a:prstGeom>
          <a:solidFill>
            <a:srgbClr val="4E2E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D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사진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7D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(교체 예정)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힐링뉴스 대표 · 메디에이치(MEDI.H) 대표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오혜선 대표</a:t>
            </a:r>
            <a:pPr indent="0" marL="0">
              <a:buNone/>
            </a:pPr>
            <a:r>
              <a:rPr lang="en-US" sz="15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(Sriya)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3474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시장의 언어와 데이터 기반 마케팅을 모두 아는, 국내에서 드문 웰니스 특화 마케팅 교육자.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434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명상·웰니스 전문 언론사 &lt;힐링뉴스&gt; 대표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946904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01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50017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초프라(Chopra) 국제 코치 자격 취득 · 미국 NBHWC 과정 수료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5513832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5686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556869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메디컬·헬스케어 마케팅 기획사 MEDI.H 대표 · 기업 마케팅 6년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6080760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61356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613562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4년간 1,000명 이상을 직접 교육한 실전 마케팅 교육자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6647688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7025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67025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저서 5권 출간 · 국가연구자 등록 (전 과학기술인)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68680" y="7214616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7269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0" y="72694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정보통신산업진흥원(NIPA) 현직 전문평가위원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68680" y="7781544"/>
            <a:ext cx="5120640" cy="0"/>
          </a:xfrm>
          <a:prstGeom prst="line">
            <a:avLst/>
          </a:prstGeom>
          <a:noFill/>
          <a:ln w="12700">
            <a:solidFill>
              <a:srgbClr val="DCD0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7973568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0EAF8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8110728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“웰니스 현장을 모르면서 마케팅 이론만 가르치지 않습니다. 저는 실제로 언론사와 마케팅 회사를 운영하며, 고객이 무엇에 마음을 여는지 매일 지켜봐 왔습니다. 또한 웰니스 전문가들의 고뇌를 직관하고, 그 고뇌를 덜어드리고자 이 과정을 개설했습니다.”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걸어간 분들의 이야기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“검색해도 안 나오던 제가,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달라졌습니다”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7607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715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8152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막연히 SNS를 해야 한다고만 생각했는데, 어떤 순서로 해야 하는지가 처음으로 선명해졌어요. 블로그를 정리하고 나니 공공기관에서 먼저 강의 문의가 왔습니다.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4E2E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4114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김○○ 님 · 명상 지도자 8년 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57607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001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36752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셋 키우는 평범한 엄마였는데, 글쓰기부터 시작해 책을 내고 전국으로 강의를 다니게 됐어요. ‘나를 알리는 구조’가 이렇게 중요한 줄 몰랐습니다.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6400800"/>
            <a:ext cx="384048" cy="384048"/>
          </a:xfrm>
          <a:prstGeom prst="ellipse">
            <a:avLst/>
          </a:prstGeom>
          <a:solidFill>
            <a:srgbClr val="4E2E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00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6400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이○○ 님 · 웰니스 코치, 저자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7086600"/>
            <a:ext cx="57607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7287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765352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1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‘자극적인 마케팅을 하라’고 하지 않는다는 점이 가장 좋았어요. 명상하는 제 결에 맞는 방식으로 진정성을 지키면서 사람들에게 닿는 법을 배웠습니다.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8686800"/>
            <a:ext cx="384048" cy="384048"/>
          </a:xfrm>
          <a:prstGeom prst="ellipse">
            <a:avLst/>
          </a:prstGeom>
          <a:solidFill>
            <a:srgbClr val="4E2E8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8686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8686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박○○ 님 · 요가·명상 스튜디오 운영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946404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96286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102138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수강생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23160" y="946404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96286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23160" y="102138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특화 교육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946404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D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96286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2E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5권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297680" y="102138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4A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저서 출간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이제, 당신의 실력이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제대로 알려질 차례입니다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고민하던 시간을 여기서 멈추세요.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DE7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알아야 할 핵심을, 무료로 모두 가져가세요.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5760720" cy="2743200"/>
          </a:xfrm>
          <a:prstGeom prst="roundRect">
            <a:avLst>
              <a:gd name="adj" fmla="val 5333"/>
            </a:avLst>
          </a:prstGeom>
          <a:solidFill>
            <a:srgbClr val="2E1E52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4572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F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6월 18일(목) 저녁 8:00 – 9:30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5138928"/>
            <a:ext cx="5029200" cy="0"/>
          </a:xfrm>
          <a:prstGeom prst="line">
            <a:avLst/>
          </a:prstGeom>
          <a:noFill/>
          <a:ln w="12700">
            <a:solidFill>
              <a:srgbClr val="5A4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93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51937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F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줌(ZOOM) 라이브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5760720"/>
            <a:ext cx="5029200" cy="0"/>
          </a:xfrm>
          <a:prstGeom prst="line">
            <a:avLst/>
          </a:prstGeom>
          <a:noFill/>
          <a:ln w="12700">
            <a:solidFill>
              <a:srgbClr val="5A4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81558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58155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F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명상·상담·코칭·요가 등 웰니스 전문가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6382512"/>
            <a:ext cx="5029200" cy="0"/>
          </a:xfrm>
          <a:prstGeom prst="line">
            <a:avLst/>
          </a:prstGeom>
          <a:noFill/>
          <a:ln w="12700">
            <a:solidFill>
              <a:srgbClr val="5A4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643737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E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64373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F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· 사전 신청자 한정 링크 발송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7004304"/>
            <a:ext cx="5029200" cy="0"/>
          </a:xfrm>
          <a:prstGeom prst="line">
            <a:avLst/>
          </a:prstGeom>
          <a:noFill/>
          <a:ln w="12700">
            <a:solidFill>
              <a:srgbClr val="5A4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740664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E7B84D"/>
          </a:solidFill>
          <a:ln/>
          <a:effectLst>
            <a:outerShdw sx="100000" sy="100000" kx="0" ky="0" algn="bl" rotWithShape="0" blurRad="114300" dist="38100" dir="5400000">
              <a:srgbClr val="3A276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00200" y="7406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1A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사전등록하기  →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8595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AC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원활한 질의응답과 밀도 높은 진행을 위해, 선착순 한정 인원으로 모십니다.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11338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주최 · 힐링뉴스 &amp; 메디에이치(MEDI.H)   |   © 2026 Healing News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2026-08-08T12:06:13Z</dcterms:created>
  <dcterms:modified xsi:type="dcterms:W3CDTF">2026-08-08T12:06:13Z</dcterms:modified>
</cp:coreProperties>
</file>