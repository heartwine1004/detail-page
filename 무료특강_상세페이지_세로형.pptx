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2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7745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8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49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D6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66354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C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770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9111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134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925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